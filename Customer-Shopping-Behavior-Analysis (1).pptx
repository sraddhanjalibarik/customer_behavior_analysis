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  <p:embeddedFont>
      <p:font typeface="Outfit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.png"/><Relationship Id="rId12" Type="http://schemas.openxmlformats.org/officeDocument/2006/relationships/image" Target="../media/image-8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3,900 transactions · 18 features · Python · SQL · Power BI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5093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61475" y="1328837"/>
            <a:ext cx="6296860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3,900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661475" y="2005905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Purchases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2572048"/>
            <a:ext cx="6296860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18</a:t>
            </a:r>
            <a:endParaRPr lang="en-US" sz="3950" dirty="0"/>
          </a:p>
        </p:txBody>
      </p:sp>
      <p:sp>
        <p:nvSpPr>
          <p:cNvPr id="7" name="Text 4"/>
          <p:cNvSpPr/>
          <p:nvPr/>
        </p:nvSpPr>
        <p:spPr>
          <a:xfrm>
            <a:off x="661475" y="3249116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Features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3815259"/>
            <a:ext cx="6296860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37</a:t>
            </a:r>
            <a:endParaRPr lang="en-US" sz="3950" dirty="0"/>
          </a:p>
        </p:txBody>
      </p:sp>
      <p:sp>
        <p:nvSpPr>
          <p:cNvPr id="9" name="Text 6"/>
          <p:cNvSpPr/>
          <p:nvPr/>
        </p:nvSpPr>
        <p:spPr>
          <a:xfrm>
            <a:off x="661475" y="4492327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4807049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Rating only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475" y="5355927"/>
            <a:ext cx="6296860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$59.76</a:t>
            </a:r>
            <a:endParaRPr lang="en-US" sz="3950" dirty="0"/>
          </a:p>
        </p:txBody>
      </p:sp>
      <p:sp>
        <p:nvSpPr>
          <p:cNvPr id="12" name="Text 9"/>
          <p:cNvSpPr/>
          <p:nvPr/>
        </p:nvSpPr>
        <p:spPr>
          <a:xfrm>
            <a:off x="661475" y="6032996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Avg Purchase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75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Preparation in Python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92" y="1860153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6499" y="1854299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Clean &amp; Load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646499" y="2338586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Imputed missing Review Ratings by category median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092" y="3327301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46499" y="3321447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Engineer Features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646499" y="3805734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3092" y="4794448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46499" y="4788595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Load to DB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8646499" y="5272881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Cleaned DataFrame loaded into PostgreSQL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than female customers — a significant gap worth investigating.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736997"/>
          </a:xfrm>
          <a:prstGeom prst="roundRect">
            <a:avLst>
              <a:gd name="adj" fmla="val 23082"/>
            </a:avLst>
          </a:prstGeom>
          <a:solidFill>
            <a:srgbClr val="CFDB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6433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Male: $157,890 · Female: $75,191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32776" y="1993106"/>
            <a:ext cx="2507394" cy="1775123"/>
          </a:xfrm>
          <a:prstGeom prst="roundRect">
            <a:avLst>
              <a:gd name="adj" fmla="val 9583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28133" y="2188468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73% Non-Subscribers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528133" y="2968030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2,847 customers · $170K revenue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029176" y="1993106"/>
            <a:ext cx="2507394" cy="1775123"/>
          </a:xfrm>
          <a:prstGeom prst="roundRect">
            <a:avLst>
              <a:gd name="adj" fmla="val 9583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224533" y="218846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27% Subscribers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224533" y="2672755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1,053 customers · $63K revenue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332776" y="3980855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spend nearly identical: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$59.49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868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260997"/>
            <a:ext cx="3053877" cy="1101824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28717" y="245635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Loyal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865041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260997"/>
            <a:ext cx="3053976" cy="1101824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71601" y="245635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Returning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865041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551833"/>
            <a:ext cx="6296860" cy="1101824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28717" y="37471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New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1558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33360" y="486628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958 repeat buyers (&gt;5 purchases), only 27% are subscribers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73% remain unsubscribed.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Young Adults lead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$62K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but all four groups are closely clustered — broad targeting works.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19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 Products &amp; Discount Patterns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250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Highest Rated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32993"/>
            <a:ext cx="5203794" cy="7240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047405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Gloves — 3.86★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46103"/>
            <a:ext cx="5203794" cy="7240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7479" y="3960515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Sandals — 3.84★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659213"/>
            <a:ext cx="5203794" cy="7240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7479" y="4873625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Boots — 3.82★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332776" y="23250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Most Discounted</a:t>
            </a:r>
            <a:endParaRPr lang="en-US" sz="1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2776" y="2832993"/>
            <a:ext cx="5203794" cy="7240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48780" y="3047405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Hat — 50%</a:t>
            </a:r>
            <a:endParaRPr lang="en-US" sz="1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2776" y="3746103"/>
            <a:ext cx="5203794" cy="7240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48780" y="3960515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Sneakers — 49.7%</a:t>
            </a:r>
            <a:endParaRPr lang="en-US" sz="1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32776" y="4659213"/>
            <a:ext cx="5203794" cy="72409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648780" y="4873625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Coat — 49.1%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7094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745059"/>
            <a:ext cx="6296860" cy="685998"/>
          </a:xfrm>
          <a:prstGeom prst="roundRect">
            <a:avLst>
              <a:gd name="adj" fmla="val 24798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28717" y="194042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3.9K Customers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5233360" y="2620070"/>
            <a:ext cx="6296860" cy="685998"/>
          </a:xfrm>
          <a:prstGeom prst="roundRect">
            <a:avLst>
              <a:gd name="adj" fmla="val 24798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28717" y="281543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$59.76 Avg Purchase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3360" y="3495080"/>
            <a:ext cx="6296860" cy="685998"/>
          </a:xfrm>
          <a:prstGeom prst="roundRect">
            <a:avLst>
              <a:gd name="adj" fmla="val 24798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28717" y="369044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3.75 Avg Rating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5233360" y="4370090"/>
            <a:ext cx="6296860" cy="1101824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sx="100000" sy="100000" kx="0" ky="0" algn="bl" rotWithShape="0" blurRad="127" dist="24130" dir="270000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28717" y="456545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Clothing Dominates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97413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$100K revenue · 1,800 sales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33360" y="568454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Filters: Subscription · Gender · Category · Shipping Type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5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044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1317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2185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044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301317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42185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Reward repeat buyers toward Loyal segment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Review Discounts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 sales lift with margin control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on high-revenue age groups &amp; express shippers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2026-09-15T17:54:55Z</dcterms:created>
  <dcterms:modified xsi:type="dcterms:W3CDTF">2026-09-15T17:54:55Z</dcterms:modified>
</cp:coreProperties>
</file>